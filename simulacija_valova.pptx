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8" r:id="rId19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ulacija valova staničnim automatima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 Timeline_ Tijek Prezentaci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Što su stanični automati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wayjeva igra života_ Konačni auto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way_rules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99" y="507999"/>
            <a:ext cx="10477499" cy="69849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300" b="1">
                <a:solidFill>
                  <a:srgbClr val="F2F8FF"/>
                </a:solidFill>
                <a:latin typeface="Aptos Display"/>
              </a:defRPr>
            </a:pPr>
            <a:r>
              <a:t>Pravila Conwayjeve igre života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49" y="1219199"/>
            <a:ext cx="9842499" cy="50799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500" b="0">
                <a:solidFill>
                  <a:srgbClr val="BEE0F7"/>
                </a:solidFill>
                <a:latin typeface="Aptos Display"/>
              </a:defRPr>
            </a:pPr>
            <a:r>
              <a:t>Svaka stanica ima 8 susjeda · sva pravila primjenjuju se istodobno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99" y="2298699"/>
            <a:ext cx="3301999" cy="3746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FBE6C"/>
                </a:solidFill>
                <a:latin typeface="Aptos Display"/>
              </a:defRPr>
            </a:pPr>
            <a:r>
              <a:t>01   RAĐANJE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699" y="2825749"/>
            <a:ext cx="3270249" cy="9080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0">
                <a:solidFill>
                  <a:srgbClr val="E9F4FF"/>
                </a:solidFill>
                <a:latin typeface="Aptos Display"/>
              </a:defRPr>
            </a:pPr>
            <a:r>
              <a:t>Mrtva stanica oživljava ako ima točno 3 živa susjeda.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8449" y="2298699"/>
            <a:ext cx="3301999" cy="3746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FFBE6C"/>
                </a:solidFill>
                <a:latin typeface="Aptos Display"/>
              </a:defRPr>
            </a:pPr>
            <a:r>
              <a:t>02   PREŽIVLJAVANJE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8449" y="2825749"/>
            <a:ext cx="3270249" cy="9080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0">
                <a:solidFill>
                  <a:srgbClr val="E9F4FF"/>
                </a:solidFill>
                <a:latin typeface="Aptos Display"/>
              </a:defRPr>
            </a:pPr>
            <a:r>
              <a:t>Živa stanica preživljava ako ima 2 ili 3 živa susjeda.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99" y="4584699"/>
            <a:ext cx="3301999" cy="3746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5EC6FF"/>
                </a:solidFill>
                <a:latin typeface="Aptos Display"/>
              </a:defRPr>
            </a:pPr>
            <a:r>
              <a:t>03   OSAMLJENOST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99" y="5111749"/>
            <a:ext cx="3270249" cy="9080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0">
                <a:solidFill>
                  <a:srgbClr val="E9F4FF"/>
                </a:solidFill>
                <a:latin typeface="Aptos Display"/>
              </a:defRPr>
            </a:pPr>
            <a:r>
              <a:t>Živa stanica umire ako ima manje od 2 živa susjeda.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49" y="4584699"/>
            <a:ext cx="3301999" cy="3746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200" b="1">
                <a:solidFill>
                  <a:srgbClr val="5EC6FF"/>
                </a:solidFill>
                <a:latin typeface="Aptos Display"/>
              </a:defRPr>
            </a:pPr>
            <a:r>
              <a:t>04   PRENAPUČENOST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8449" y="5111749"/>
            <a:ext cx="3270249" cy="9080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400" b="0">
                <a:solidFill>
                  <a:srgbClr val="E9F4FF"/>
                </a:solidFill>
                <a:latin typeface="Aptos Display"/>
              </a:defRPr>
            </a:pPr>
            <a:r>
              <a:t>Živa stanica umire ako ima više od 3 živa susjeda.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93499" y="6464299"/>
            <a:ext cx="444499" cy="222249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r">
              <a:defRPr sz="1800" b="0">
                <a:solidFill>
                  <a:srgbClr val="E1F0FF"/>
                </a:solidFill>
                <a:latin typeface="Aptos Display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 mreži stanica_ Neonski auto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llular Automaton Evolu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d života do valova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llular Automata Wave Simula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PU vs GPU_ Sequential and parallel up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zualizacija 3D terena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on Wave Simulation Gri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Zaključak_ Valovi inovac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55480" y="3840480"/>
            <a:ext cx="21488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72" y="3931920"/>
            <a:ext cx="1819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2238"/>
                </a:solidFill>
              </a:rPr>
              <a:t>GitHub repozitorij</a:t>
            </a:r>
          </a:p>
        </p:txBody>
      </p:sp>
      <p:pic>
        <p:nvPicPr>
          <p:cNvPr id="5" name="Picture 4" descr="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220" y="4224528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65208" y="6007608"/>
            <a:ext cx="19293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374B6E"/>
                </a:solidFill>
              </a:rPr>
              <a:t>github.com/siladrenja/...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