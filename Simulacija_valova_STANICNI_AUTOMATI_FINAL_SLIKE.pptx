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ulacija valova staničnim automatima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 Timeline_ Tijek Prezentaci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Što su stanični automati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wayjeva igra života_ Konačni auto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 mreži stanica_ Neonski auto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llular Automaton Evolu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d života do valova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llular Automata Wave Simula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PU vs GPU_ Sequential and parallel up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zualizacija 3D terena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 Wave Simulation Gri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aključak_ Valovi inovac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